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74" r:id="rId4"/>
    <p:sldId id="261" r:id="rId5"/>
    <p:sldId id="262" r:id="rId6"/>
    <p:sldId id="269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C4B4A-C268-43AA-98EC-8445F1A1C51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AF5F5-63B2-4552-B78C-BC2A42132E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Department Name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Scholar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Slide Number</a:t>
            </a:r>
            <a:fld id="{0FD9B02D-30DA-4306-A281-F3D99E0F9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 Name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Scholar 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Author Name</a:t>
            </a:r>
            <a:fld id="{0FD9B02D-30DA-4306-A281-F3D99E0F94F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6200" y="86360"/>
            <a:ext cx="762000" cy="120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0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Proposed Title </a:t>
            </a:r>
            <a:r>
              <a:rPr lang="en-US" sz="3200" b="1" dirty="0" smtClean="0"/>
              <a:t>of the Dissertation 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400800" cy="11430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Presented by: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(Department Name)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Student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" y="4419600"/>
            <a:ext cx="2819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UID</a:t>
            </a:r>
            <a:r>
              <a:rPr kumimoji="0" lang="en-US" sz="14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324600" y="4343400"/>
            <a:ext cx="28194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Supervisor(s):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Department 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Page Number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Table of Contents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Text size: 20 Calibri 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5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Introduction-1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Text size: 20 Calibri 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4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Literature Review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Text size: 18 Calibri 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57400"/>
          <a:ext cx="7848599" cy="37084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82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Author &amp;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Journal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Literature Review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Text size: 18 Calibri 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2057400"/>
          <a:ext cx="7848599" cy="37084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82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Author &amp;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Journal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Bibliography or References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Text size: 10 Calibri</a:t>
            </a:r>
          </a:p>
          <a:p>
            <a:endParaRPr lang="en-US" sz="2000" dirty="0"/>
          </a:p>
          <a:p>
            <a:r>
              <a:rPr lang="en-US" sz="2000" dirty="0" smtClean="0"/>
              <a:t>APA/IEEE/Harvard Style</a:t>
            </a:r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Thank you</a:t>
            </a:r>
            <a:br>
              <a:rPr lang="en-US" sz="3200" b="1" dirty="0" smtClean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 smtClean="0"/>
              <a:t>Queries?</a:t>
            </a:r>
            <a:endParaRPr lang="en-US" sz="3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Scholar Name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Department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9B02D-30DA-4306-A281-F3D99E0F94F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Proposed Title of the Dissertation </vt:lpstr>
      <vt:lpstr>Table of Contents</vt:lpstr>
      <vt:lpstr>Introduction-1</vt:lpstr>
      <vt:lpstr>Literature Review</vt:lpstr>
      <vt:lpstr>Literature Review</vt:lpstr>
      <vt:lpstr>Bibliography or References</vt:lpstr>
      <vt:lpstr>Thank you 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topic</dc:title>
  <dc:creator>cu</dc:creator>
  <cp:lastModifiedBy>CU</cp:lastModifiedBy>
  <cp:revision>6</cp:revision>
  <dcterms:created xsi:type="dcterms:W3CDTF">2017-06-08T07:27:19Z</dcterms:created>
  <dcterms:modified xsi:type="dcterms:W3CDTF">2026-08-24T09:14:45Z</dcterms:modified>
</cp:coreProperties>
</file>